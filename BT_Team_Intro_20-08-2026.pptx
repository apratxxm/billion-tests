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4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269"/>
    <a:srgbClr val="414141"/>
    <a:srgbClr val="D64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CFFB8-57B1-4EFD-90F1-8C43F9724649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4128-E272-4383-8CC0-DA1952CE8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7BA5-7A83-283D-E5B4-A11FA972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0B162-C16C-4FAE-F420-9DC026F4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886D5-F290-CC61-793E-5D0BAA961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4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567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39;p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Google Shape;40;p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Google Shape;41;p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95755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67581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6" name="Google Shape;63;p1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805260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39752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32339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77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69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6" r:id="rId3"/>
    <p:sldLayoutId id="2147483669" r:id="rId4"/>
    <p:sldLayoutId id="2147483670" r:id="rId5"/>
    <p:sldLayoutId id="2147483671" r:id="rId6"/>
    <p:sldLayoutId id="2147483672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C9C9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BillionTests.AI</a:t>
            </a:r>
            <a:endParaRPr lang="en-US" sz="20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5877" y="1374756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7" name="Shape 5"/>
          <p:cNvSpPr/>
          <p:nvPr/>
        </p:nvSpPr>
        <p:spPr>
          <a:xfrm>
            <a:off x="532181" y="15210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1" y="15210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38021" y="1493628"/>
            <a:ext cx="160317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Maninder Pal Singh Sethi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CBO</a:t>
            </a:r>
          </a:p>
          <a:p>
            <a:pPr>
              <a:lnSpc>
                <a:spcPct val="108000"/>
              </a:lnSpc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</a:p>
          <a:p>
            <a:pPr>
              <a:lnSpc>
                <a:spcPct val="108000"/>
              </a:lnSpc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Mob:+91 94170 29446</a:t>
            </a:r>
          </a:p>
          <a:p>
            <a:pPr>
              <a:lnSpc>
                <a:spcPct val="108000"/>
              </a:lnSpc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mpsethi@billiontests.com</a:t>
            </a:r>
            <a:endParaRPr lang="en-US" sz="1050" i="1" dirty="0"/>
          </a:p>
        </p:txBody>
      </p:sp>
      <p:sp>
        <p:nvSpPr>
          <p:cNvPr id="10" name="Text 8"/>
          <p:cNvSpPr/>
          <p:nvPr/>
        </p:nvSpPr>
        <p:spPr>
          <a:xfrm>
            <a:off x="532181" y="2490324"/>
            <a:ext cx="246270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years of experience in Business Development of technologies in Pharma, Packaging &amp; Agri. 10 years dedicated to AI enabled and Lab Testing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7497" y="1374756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33801" y="15210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433801" y="15210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39641" y="1493628"/>
            <a:ext cx="16031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Kulshrestha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COO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Mob: +91 9839715130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alok.Kulshrestha@billiontests.ai</a:t>
            </a:r>
            <a:endParaRPr lang="en-US" sz="1050" i="1" dirty="0"/>
          </a:p>
        </p:txBody>
      </p:sp>
      <p:sp>
        <p:nvSpPr>
          <p:cNvPr id="15" name="Text 13"/>
          <p:cNvSpPr/>
          <p:nvPr/>
        </p:nvSpPr>
        <p:spPr>
          <a:xfrm>
            <a:off x="3433801" y="2490324"/>
            <a:ext cx="246270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Operations in </a:t>
            </a:r>
            <a:r>
              <a:rPr lang="en-US" sz="100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Deeptech</a:t>
            </a: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AI companies – Visotonics and </a:t>
            </a:r>
            <a:r>
              <a:rPr lang="en-US" sz="1000" dirty="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Ocenip</a:t>
            </a: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five years. Postgraduate from IET Lucknow.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9117" y="1374756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5421" y="15210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35421" y="15210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41261" y="1493628"/>
            <a:ext cx="160317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Chaturvedi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</a:p>
          <a:p>
            <a:pPr>
              <a:lnSpc>
                <a:spcPct val="108000"/>
              </a:lnSpc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Mob: +91 63872 54206</a:t>
            </a:r>
          </a:p>
          <a:p>
            <a:pPr>
              <a:lnSpc>
                <a:spcPct val="108000"/>
              </a:lnSpc>
            </a:pPr>
            <a:r>
              <a:rPr lang="en-US" sz="800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Email:abhishek.chaturvedi@billiontests.ai</a:t>
            </a:r>
            <a:endParaRPr lang="en-US" sz="1050" i="1" dirty="0"/>
          </a:p>
        </p:txBody>
      </p:sp>
      <p:sp>
        <p:nvSpPr>
          <p:cNvPr id="20" name="Text 18"/>
          <p:cNvSpPr/>
          <p:nvPr/>
        </p:nvSpPr>
        <p:spPr>
          <a:xfrm>
            <a:off x="6335421" y="2490324"/>
            <a:ext cx="249928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experience in production dev and deployment of AI products and pharmaceutical. Postgraduate in Biochemistry.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0736" y="1374756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7040" y="152106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237040" y="15210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242880" y="1493628"/>
            <a:ext cx="14934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Priyadarshini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37040" y="2490324"/>
            <a:ext cx="246270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Headed growth operations in anti-counterfeiting tech for 4 years. Expertise in scaling the deep-tech products. LLB from North Odisha University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5877" y="4160521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27" name="Shape 25"/>
          <p:cNvSpPr/>
          <p:nvPr/>
        </p:nvSpPr>
        <p:spPr>
          <a:xfrm>
            <a:off x="532181" y="4306825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532181" y="4306825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38021" y="4279393"/>
            <a:ext cx="14934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Asthana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Co-Inventor &amp; Platform Head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2181" y="5276089"/>
            <a:ext cx="246270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Cofounded visotonics, Checko, Upjao, $25M exit. 20+ research papers, 10+ patents. Ex-Intel, IIT Kanpur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87497" y="4160521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32" name="Shape 30"/>
          <p:cNvSpPr/>
          <p:nvPr/>
        </p:nvSpPr>
        <p:spPr>
          <a:xfrm>
            <a:off x="3433801" y="4306825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3433801" y="4306825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439641" y="4279393"/>
            <a:ext cx="14934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Mishra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Co-Inventor &amp; Head of Innovation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33801" y="5276089"/>
            <a:ext cx="246270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Cofounded visotonics, Upjao. 8 years in building deep tech products. Ex-researcher at NCFlexe, IIT Kanpur.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9117" y="4160521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37" name="Shape 35"/>
          <p:cNvSpPr/>
          <p:nvPr/>
        </p:nvSpPr>
        <p:spPr>
          <a:xfrm>
            <a:off x="6335421" y="4306825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335421" y="4306825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341261" y="4279393"/>
            <a:ext cx="14934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Pramod Prasad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Leader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62269" y="5276089"/>
            <a:ext cx="2609011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Cofounded visotonics, 30+ years of technology business leadership | Built $150M+ business portfolios |. Ex-Cisco | Motorola | Ericsson 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90736" y="4160521"/>
            <a:ext cx="2755316" cy="2148840"/>
          </a:xfrm>
          <a:prstGeom prst="roundRect">
            <a:avLst>
              <a:gd name="adj" fmla="val 2553"/>
            </a:avLst>
          </a:prstGeom>
          <a:solidFill>
            <a:srgbClr val="F7EAC7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7040" y="4306825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9237040" y="4306825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242880" y="4279393"/>
            <a:ext cx="14934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Mohini Behera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Co-Inventor &amp; Chief Scientist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237040" y="5276089"/>
            <a:ext cx="2462708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Cofounded visotonics, Upjao. Developed 10+ AI products for large enterprises. IIT Jodhpur, NIT Rourkela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2031949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7" name="Shape 45"/>
          <p:cNvSpPr/>
          <p:nvPr/>
        </p:nvSpPr>
        <p:spPr>
          <a:xfrm>
            <a:off x="2031949" y="6537960"/>
            <a:ext cx="2031949" cy="320040"/>
          </a:xfrm>
          <a:prstGeom prst="rect">
            <a:avLst/>
          </a:prstGeom>
          <a:solidFill>
            <a:srgbClr val="F2A6A0"/>
          </a:solidFill>
          <a:ln/>
        </p:spPr>
      </p:sp>
      <p:sp>
        <p:nvSpPr>
          <p:cNvPr id="48" name="Shape 46"/>
          <p:cNvSpPr/>
          <p:nvPr/>
        </p:nvSpPr>
        <p:spPr>
          <a:xfrm>
            <a:off x="4063898" y="6537960"/>
            <a:ext cx="2031949" cy="320040"/>
          </a:xfrm>
          <a:prstGeom prst="rect">
            <a:avLst/>
          </a:prstGeom>
          <a:solidFill>
            <a:srgbClr val="F0A34E"/>
          </a:solidFill>
          <a:ln/>
        </p:spPr>
      </p:sp>
      <p:sp>
        <p:nvSpPr>
          <p:cNvPr id="49" name="Shape 47"/>
          <p:cNvSpPr/>
          <p:nvPr/>
        </p:nvSpPr>
        <p:spPr>
          <a:xfrm>
            <a:off x="6095848" y="6537960"/>
            <a:ext cx="2031949" cy="320040"/>
          </a:xfrm>
          <a:prstGeom prst="rect">
            <a:avLst/>
          </a:prstGeom>
          <a:solidFill>
            <a:srgbClr val="C7D94C"/>
          </a:solidFill>
          <a:ln/>
        </p:spPr>
      </p:sp>
      <p:sp>
        <p:nvSpPr>
          <p:cNvPr id="50" name="Shape 48"/>
          <p:cNvSpPr/>
          <p:nvPr/>
        </p:nvSpPr>
        <p:spPr>
          <a:xfrm>
            <a:off x="8127797" y="6537960"/>
            <a:ext cx="2031949" cy="320040"/>
          </a:xfrm>
          <a:prstGeom prst="rect">
            <a:avLst/>
          </a:prstGeom>
          <a:solidFill>
            <a:srgbClr val="C9A8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59746" y="6537960"/>
            <a:ext cx="2031949" cy="320040"/>
          </a:xfrm>
          <a:prstGeom prst="rect">
            <a:avLst/>
          </a:prstGeom>
          <a:solidFill>
            <a:srgbClr val="A8D8EA"/>
          </a:solidFill>
          <a:ln/>
        </p:spPr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24B4C4D-03EA-11D3-BE34-0A3535C36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81" y="1503526"/>
            <a:ext cx="871235" cy="871235"/>
          </a:xfrm>
          <a:prstGeom prst="flowChartConnector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C3191FE-8FE7-7218-1CF0-F00516E43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801" y="1530204"/>
            <a:ext cx="859536" cy="859536"/>
          </a:xfrm>
          <a:prstGeom prst="flowChartConnector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A559F76-70CF-0B63-A6D3-7BE6FA3B48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7" b="31466"/>
          <a:stretch>
            <a:fillRect/>
          </a:stretch>
        </p:blipFill>
        <p:spPr>
          <a:xfrm>
            <a:off x="9210701" y="1482198"/>
            <a:ext cx="942723" cy="948690"/>
          </a:xfrm>
          <a:prstGeom prst="flowChartConnector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16B6D2C-C052-8BB4-580C-B889058086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421" y="1511915"/>
            <a:ext cx="868681" cy="868681"/>
          </a:xfrm>
          <a:prstGeom prst="flowChartConnector">
            <a:avLst/>
          </a:prstGeom>
        </p:spPr>
      </p:pic>
      <p:pic>
        <p:nvPicPr>
          <p:cNvPr id="60" name="Image 0">
            <a:extLst>
              <a:ext uri="{FF2B5EF4-FFF2-40B4-BE49-F238E27FC236}">
                <a16:creationId xmlns:a16="http://schemas.microsoft.com/office/drawing/2014/main" id="{241DE3B5-AFC5-86CC-5314-1678E10CC6E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280" t="975" r="-2280" b="22753"/>
          <a:stretch>
            <a:fillRect/>
          </a:stretch>
        </p:blipFill>
        <p:spPr>
          <a:xfrm>
            <a:off x="532181" y="4279393"/>
            <a:ext cx="868680" cy="868680"/>
          </a:xfrm>
          <a:prstGeom prst="flowChartConnector">
            <a:avLst/>
          </a:prstGeom>
        </p:spPr>
      </p:pic>
      <p:pic>
        <p:nvPicPr>
          <p:cNvPr id="61" name="Image 4">
            <a:extLst>
              <a:ext uri="{FF2B5EF4-FFF2-40B4-BE49-F238E27FC236}">
                <a16:creationId xmlns:a16="http://schemas.microsoft.com/office/drawing/2014/main" id="{CC506ADC-96F2-B22F-5E30-BD4218EC27C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1648" b="11648"/>
          <a:stretch>
            <a:fillRect/>
          </a:stretch>
        </p:blipFill>
        <p:spPr>
          <a:xfrm>
            <a:off x="3406369" y="4260089"/>
            <a:ext cx="923544" cy="923544"/>
          </a:xfrm>
          <a:prstGeom prst="flowChartConnector">
            <a:avLst/>
          </a:prstGeom>
        </p:spPr>
      </p:pic>
      <p:pic>
        <p:nvPicPr>
          <p:cNvPr id="62" name="Image 8">
            <a:extLst>
              <a:ext uri="{FF2B5EF4-FFF2-40B4-BE49-F238E27FC236}">
                <a16:creationId xmlns:a16="http://schemas.microsoft.com/office/drawing/2014/main" id="{9AAD6B65-99AA-0BA3-ED40-890BF6E83CD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344" t="5258" r="-1344" b="17600"/>
          <a:stretch>
            <a:fillRect/>
          </a:stretch>
        </p:blipFill>
        <p:spPr>
          <a:xfrm>
            <a:off x="9230667" y="4260089"/>
            <a:ext cx="932688" cy="932688"/>
          </a:xfrm>
          <a:prstGeom prst="flowChartConnector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240D781-0A42-8165-B070-8D0F0F7CD9F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1" t="590" r="-11" b="23782"/>
          <a:stretch>
            <a:fillRect/>
          </a:stretch>
        </p:blipFill>
        <p:spPr>
          <a:xfrm>
            <a:off x="6330949" y="4288537"/>
            <a:ext cx="886968" cy="886968"/>
          </a:xfrm>
          <a:prstGeom prst="flowChartConnector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C0F0F4A-CB2E-62F8-BCF2-979876447D2D}"/>
              </a:ext>
            </a:extLst>
          </p:cNvPr>
          <p:cNvSpPr txBox="1"/>
          <p:nvPr/>
        </p:nvSpPr>
        <p:spPr>
          <a:xfrm>
            <a:off x="411480" y="3688189"/>
            <a:ext cx="11384280" cy="3077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DEVELOPMENT TEAM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598CB7-7167-AC10-E76F-7A0D60B6D088}"/>
              </a:ext>
            </a:extLst>
          </p:cNvPr>
          <p:cNvSpPr txBox="1"/>
          <p:nvPr/>
        </p:nvSpPr>
        <p:spPr>
          <a:xfrm rot="10800000" flipV="1">
            <a:off x="427786" y="987552"/>
            <a:ext cx="11434572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COFOUNDERS AND CXOs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F0F241-E223-1E1C-E204-B21E7907FC89}"/>
              </a:ext>
            </a:extLst>
          </p:cNvPr>
          <p:cNvSpPr txBox="1"/>
          <p:nvPr/>
        </p:nvSpPr>
        <p:spPr>
          <a:xfrm>
            <a:off x="11616575" y="290376"/>
            <a:ext cx="358369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TM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51A2D58-7A6E-75C9-C9DA-1F7CEC3C52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3" y="1524354"/>
            <a:ext cx="871235" cy="871235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EA0E4-95E1-743D-04AA-F7A87945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ACE0237B-38AF-EA8E-A613-A0795275BFC2}"/>
              </a:ext>
            </a:extLst>
          </p:cNvPr>
          <p:cNvSpPr/>
          <p:nvPr/>
        </p:nvSpPr>
        <p:spPr>
          <a:xfrm>
            <a:off x="-1" y="1077911"/>
            <a:ext cx="12192001" cy="580094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286670F4-CEE9-845B-447A-0518F392A15D}"/>
              </a:ext>
            </a:extLst>
          </p:cNvPr>
          <p:cNvSpPr txBox="1"/>
          <p:nvPr/>
        </p:nvSpPr>
        <p:spPr>
          <a:xfrm>
            <a:off x="413135" y="253266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Team: Mentors and employees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28F9E312-89C7-C64D-D7FE-802741D4BC3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CADFF7CE-FDDE-6A7E-021B-8A95F4CEE957}"/>
              </a:ext>
            </a:extLst>
          </p:cNvPr>
          <p:cNvSpPr txBox="1"/>
          <p:nvPr/>
        </p:nvSpPr>
        <p:spPr>
          <a:xfrm>
            <a:off x="9826309" y="470459"/>
            <a:ext cx="211211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.AI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A7A7A7"/>
              </a:solidFill>
              <a:effectLst/>
              <a:uLnTx/>
              <a:uFillTx/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  <a:sym typeface="Cascadia Code Regular Bold"/>
            </a:endParaRPr>
          </a:p>
        </p:txBody>
      </p:sp>
      <p:pic>
        <p:nvPicPr>
          <p:cNvPr id="1026" name="Picture 2" descr="Cover Story: Transforming Indian Dairy with Technology and ...">
            <a:extLst>
              <a:ext uri="{FF2B5EF4-FFF2-40B4-BE49-F238E27FC236}">
                <a16:creationId xmlns:a16="http://schemas.microsoft.com/office/drawing/2014/main" id="{83BFAD66-8C2B-31AF-FED9-F7AD7AF20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79" y="1193681"/>
            <a:ext cx="1914825" cy="165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DE84BE-13DB-9D55-6B6C-8564A6715F2B}"/>
              </a:ext>
            </a:extLst>
          </p:cNvPr>
          <p:cNvSpPr txBox="1"/>
          <p:nvPr/>
        </p:nvSpPr>
        <p:spPr>
          <a:xfrm>
            <a:off x="39147" y="2874403"/>
            <a:ext cx="341525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Sudhindra Tatti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CEO of Prompt Innovations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(University of Texas, Austin)</a:t>
            </a:r>
          </a:p>
        </p:txBody>
      </p:sp>
      <p:pic>
        <p:nvPicPr>
          <p:cNvPr id="1028" name="Picture 4" descr="Profile photo of Shikha Dhawan, PhD, PGDM">
            <a:extLst>
              <a:ext uri="{FF2B5EF4-FFF2-40B4-BE49-F238E27FC236}">
                <a16:creationId xmlns:a16="http://schemas.microsoft.com/office/drawing/2014/main" id="{F39192CD-CA37-1563-B8C3-174D0D9A9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821" y="1193681"/>
            <a:ext cx="1728470" cy="172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86281-E449-DBCF-10C5-9F23E2D6526D}"/>
              </a:ext>
            </a:extLst>
          </p:cNvPr>
          <p:cNvSpPr txBox="1"/>
          <p:nvPr/>
        </p:nvSpPr>
        <p:spPr>
          <a:xfrm>
            <a:off x="3414666" y="2889631"/>
            <a:ext cx="275995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Shikha Dhawan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Founder,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Biozazen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(Delhi University)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2" name="Picture 8" descr="Sandeep Kumar - Associate Professor at IIT Delhi, MISN Lab IIT Delhi |  LinkedIn">
            <a:extLst>
              <a:ext uri="{FF2B5EF4-FFF2-40B4-BE49-F238E27FC236}">
                <a16:creationId xmlns:a16="http://schemas.microsoft.com/office/drawing/2014/main" id="{145DFE97-55C2-ECA3-39DD-25F61977C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905" y="1184820"/>
            <a:ext cx="1737331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79C074-061C-093C-45FD-B80917E4B318}"/>
              </a:ext>
            </a:extLst>
          </p:cNvPr>
          <p:cNvSpPr txBox="1"/>
          <p:nvPr/>
        </p:nvSpPr>
        <p:spPr>
          <a:xfrm>
            <a:off x="9244171" y="2882017"/>
            <a:ext cx="35128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Sandeep Kumar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EE, IIT Delhi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(IIT Kanpur)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55CFA1-2B3E-9E82-CD50-9DC597B4A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647" y="3944975"/>
            <a:ext cx="1764360" cy="1785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3A53E8-45CF-E4AC-28D9-255D373095DC}"/>
              </a:ext>
            </a:extLst>
          </p:cNvPr>
          <p:cNvSpPr txBox="1"/>
          <p:nvPr/>
        </p:nvSpPr>
        <p:spPr>
          <a:xfrm>
            <a:off x="3494749" y="5780089"/>
            <a:ext cx="271272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Sudheer Kumar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 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NCFlexe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IIT Kanpur)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(NPL)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9FD005-CF00-C93C-7008-73765F5B2225}"/>
              </a:ext>
            </a:extLst>
          </p:cNvPr>
          <p:cNvSpPr txBox="1"/>
          <p:nvPr/>
        </p:nvSpPr>
        <p:spPr>
          <a:xfrm>
            <a:off x="6174616" y="5759085"/>
            <a:ext cx="351282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Neeraj Garg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Partner, SBM Advisors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Ex-CTO AMUL, NDDB</a:t>
            </a:r>
          </a:p>
        </p:txBody>
      </p:sp>
      <p:pic>
        <p:nvPicPr>
          <p:cNvPr id="1038" name="Picture 14" descr="Dr. Amitabha Bandyopadhyay | Medical Learning Hub">
            <a:extLst>
              <a:ext uri="{FF2B5EF4-FFF2-40B4-BE49-F238E27FC236}">
                <a16:creationId xmlns:a16="http://schemas.microsoft.com/office/drawing/2014/main" id="{E1595801-833C-58B3-AF18-3174E45AE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834" y="1184820"/>
            <a:ext cx="1737331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rofile photo of Ravikiran Vedururu">
            <a:extLst>
              <a:ext uri="{FF2B5EF4-FFF2-40B4-BE49-F238E27FC236}">
                <a16:creationId xmlns:a16="http://schemas.microsoft.com/office/drawing/2014/main" id="{FB531DC3-64D1-2450-C9FA-4A8473C9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93" y="3955477"/>
            <a:ext cx="1764360" cy="17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08C6B9-777B-7A79-4A1C-B681E4B25935}"/>
              </a:ext>
            </a:extLst>
          </p:cNvPr>
          <p:cNvSpPr txBox="1"/>
          <p:nvPr/>
        </p:nvSpPr>
        <p:spPr>
          <a:xfrm>
            <a:off x="39147" y="5780089"/>
            <a:ext cx="363188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RAVI VEDURURU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PhD Exec. MBA , Clinical Dx                   &amp; Medical device Consultant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4716C-76B2-8925-AFFE-25BC81E180ED}"/>
              </a:ext>
            </a:extLst>
          </p:cNvPr>
          <p:cNvSpPr txBox="1"/>
          <p:nvPr/>
        </p:nvSpPr>
        <p:spPr>
          <a:xfrm>
            <a:off x="5791671" y="2874403"/>
            <a:ext cx="4523105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Amitabha Bandyopadhyay</a:t>
            </a:r>
          </a:p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BSBE, IIT Kanpur</a:t>
            </a:r>
          </a:p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Ex-Harvard Medical School</a:t>
            </a:r>
          </a:p>
        </p:txBody>
      </p:sp>
      <p:pic>
        <p:nvPicPr>
          <p:cNvPr id="1042" name="Picture 18" descr="Profile photo of Niraj Prakash Garg">
            <a:extLst>
              <a:ext uri="{FF2B5EF4-FFF2-40B4-BE49-F238E27FC236}">
                <a16:creationId xmlns:a16="http://schemas.microsoft.com/office/drawing/2014/main" id="{BFC377B2-6747-981A-4932-505427C31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834" y="3944975"/>
            <a:ext cx="1764360" cy="17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Vinod K. Kurmi, Ph.D. - Indian Institute of Science Education and Research  Bhopal (IISER Bhopal) | LinkedIn">
            <a:extLst>
              <a:ext uri="{FF2B5EF4-FFF2-40B4-BE49-F238E27FC236}">
                <a16:creationId xmlns:a16="http://schemas.microsoft.com/office/drawing/2014/main" id="{EF564306-6DA3-345E-B34C-1AFA20A72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986" y="3902378"/>
            <a:ext cx="1806579" cy="180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0687453-3EBB-5508-57F2-6EA3136A7285}"/>
              </a:ext>
            </a:extLst>
          </p:cNvPr>
          <p:cNvSpPr txBox="1"/>
          <p:nvPr/>
        </p:nvSpPr>
        <p:spPr>
          <a:xfrm>
            <a:off x="9826309" y="5720069"/>
            <a:ext cx="231489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Vinod Kurmi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EE, IISER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(IIT Kanpur)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9EAD7-7015-6FE8-545F-DAC9C186888D}"/>
              </a:ext>
            </a:extLst>
          </p:cNvPr>
          <p:cNvSpPr txBox="1"/>
          <p:nvPr/>
        </p:nvSpPr>
        <p:spPr>
          <a:xfrm>
            <a:off x="11749791" y="355043"/>
            <a:ext cx="332889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TM</a:t>
            </a:r>
          </a:p>
        </p:txBody>
      </p:sp>
    </p:spTree>
    <p:extLst>
      <p:ext uri="{BB962C8B-B14F-4D97-AF65-F5344CB8AC3E}">
        <p14:creationId xmlns:p14="http://schemas.microsoft.com/office/powerpoint/2010/main" val="25233661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6068</TotalTime>
  <Words>408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Cascadia Mono SemiBold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Kulshrestha;shikha kumari</dc:creator>
  <cp:lastModifiedBy>Alok Kulshresth</cp:lastModifiedBy>
  <cp:revision>130</cp:revision>
  <cp:lastPrinted>2026-01-08T06:17:23Z</cp:lastPrinted>
  <dcterms:created xsi:type="dcterms:W3CDTF">2025-09-03T06:40:05Z</dcterms:created>
  <dcterms:modified xsi:type="dcterms:W3CDTF">2026-08-23T22:22:07Z</dcterms:modified>
</cp:coreProperties>
</file>